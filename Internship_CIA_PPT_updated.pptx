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373" r:id="rId3"/>
    <p:sldId id="372" r:id="rId4"/>
    <p:sldId id="374" r:id="rId5"/>
    <p:sldId id="375" r:id="rId6"/>
    <p:sldId id="378" r:id="rId7"/>
    <p:sldId id="379" r:id="rId8"/>
    <p:sldId id="380" r:id="rId9"/>
    <p:sldId id="382" r:id="rId10"/>
    <p:sldId id="383" r:id="rId11"/>
    <p:sldId id="384" r:id="rId12"/>
    <p:sldId id="385" r:id="rId13"/>
    <p:sldId id="386" r:id="rId14"/>
    <p:sldId id="388" r:id="rId15"/>
    <p:sldId id="389" r:id="rId16"/>
    <p:sldId id="377" r:id="rId17"/>
  </p:sldIdLst>
  <p:sldSz cx="9144000" cy="6858000" type="screen4x3"/>
  <p:notesSz cx="6858000" cy="9144000"/>
  <p:embeddedFontLst>
    <p:embeddedFont>
      <p:font typeface="Archivo Narrow" panose="020B0604020202020204" charset="0"/>
      <p:regular r:id="rId19"/>
      <p:bold r:id="rId20"/>
      <p:italic r:id="rId21"/>
      <p:boldItalic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093" autoAdjust="0"/>
  </p:normalViewPr>
  <p:slideViewPr>
    <p:cSldViewPr>
      <p:cViewPr varScale="1">
        <p:scale>
          <a:sx n="77" d="100"/>
          <a:sy n="77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2930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Shape 15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 VALUES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" name="Shape 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subTitle" idx="1"/>
          </p:nvPr>
        </p:nvSpPr>
        <p:spPr>
          <a:xfrm>
            <a:off x="152400" y="3962400"/>
            <a:ext cx="4092300" cy="19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Guide</a:t>
            </a: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Sushma ck</a:t>
            </a: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SCONTINENT TECH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12"/>
          <p:cNvSpPr txBox="1">
            <a:spLocks/>
          </p:cNvSpPr>
          <p:nvPr/>
        </p:nvSpPr>
        <p:spPr>
          <a:xfrm>
            <a:off x="4800600" y="4081650"/>
            <a:ext cx="4641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Guide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Krishna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Presannakumar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CHRIST (deemed to be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chivo Narrow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chivo Narrow"/>
              <a:cs typeface="Times New Roman" panose="02020603050405020304" pitchFamily="18" charset="0"/>
              <a:sym typeface="Archivo Narro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9BF3F2-2E11-D9E7-23BE-1482AAF8C124}"/>
              </a:ext>
            </a:extLst>
          </p:cNvPr>
          <p:cNvSpPr txBox="1"/>
          <p:nvPr/>
        </p:nvSpPr>
        <p:spPr>
          <a:xfrm>
            <a:off x="3009900" y="2952703"/>
            <a:ext cx="4000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Akash Prathap(2343073)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1C0B0-69E4-18CD-635D-45E5DE18EF89}"/>
              </a:ext>
            </a:extLst>
          </p:cNvPr>
          <p:cNvSpPr txBox="1"/>
          <p:nvPr/>
        </p:nvSpPr>
        <p:spPr>
          <a:xfrm>
            <a:off x="2278705" y="2435178"/>
            <a:ext cx="4586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4EE6EE-AD47-C374-74D5-DFA3AEEEE21B}"/>
              </a:ext>
            </a:extLst>
          </p:cNvPr>
          <p:cNvSpPr/>
          <p:nvPr/>
        </p:nvSpPr>
        <p:spPr>
          <a:xfrm>
            <a:off x="1712775" y="1622111"/>
            <a:ext cx="5718450" cy="1120844"/>
          </a:xfrm>
          <a:prstGeom prst="roundRect">
            <a:avLst/>
          </a:prstGeom>
          <a:solidFill>
            <a:srgbClr val="0B53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C7C09D-4EA7-3EFC-6297-B3D018C66AE4}"/>
              </a:ext>
            </a:extLst>
          </p:cNvPr>
          <p:cNvSpPr txBox="1"/>
          <p:nvPr/>
        </p:nvSpPr>
        <p:spPr>
          <a:xfrm>
            <a:off x="2705100" y="196382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SCONTINENT TECH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DAC2-7718-45A8-2A1B-27FC1F44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About the Company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4F937-3C3A-7A39-B3F6-8AD50754A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36633"/>
            <a:ext cx="8520600" cy="3340167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company is a technology-driven organization focused on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and digital solutions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specializes in designing and developing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responsive, user-friendly websites and web applications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clients across different domains.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company works with modern web technologies such as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deliver  solutions.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Emphasis is placed on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UI/UX design, performance optimization, and secure coding practices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follows an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approach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encouraging collaboration, regular feedback, and continuous improvement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87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About the Project</a:t>
            </a:r>
            <a:endParaRPr lang="en-US" sz="40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118578-AB55-E666-FBC1-DE4BC4D79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38854"/>
            <a:ext cx="8277564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Student ERP is a local-first web app for managing students in an aviation training workflow.</a:t>
            </a:r>
          </a:p>
          <a:p>
            <a:r>
              <a:t>It centralizes attendance, fee tracking, and role-based access for staff and students.</a:t>
            </a:r>
          </a:p>
          <a:p>
            <a:r>
              <a:t>Includes Excel sync with attendance_master.xlsm and receipt upload handling.</a:t>
            </a:r>
          </a:p>
          <a:p>
            <a:r>
              <a:t>Built with FastAPI, SQLite, and a lightweight HTML/CSS/JS frontend.</a:t>
            </a:r>
          </a:p>
          <a:p>
            <a:r>
              <a:t>Deployed with Cloudflare Pages Functions and D1 for a free-tier production setup.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12E8-460A-24FD-BEA9-DBD677B0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Project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3CA6D-B7F5-64A7-18F7-CAA73DC55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Gathered requirements from training-institute workflows (attendance, fees, roles).</a:t>
            </a:r>
          </a:p>
          <a:p>
            <a:r>
              <a:t>Designed database schema and API endpoints.</a:t>
            </a:r>
          </a:p>
          <a:p>
            <a:r>
              <a:t>Implemented backend with FastAPI and SQLite.</a:t>
            </a:r>
          </a:p>
          <a:p>
            <a:r>
              <a:t>Built frontend dashboards for staff and students.</a:t>
            </a:r>
          </a:p>
          <a:p>
            <a:r>
              <a:t>Added attendance sync with Excel and date-wise views.</a:t>
            </a:r>
          </a:p>
          <a:p>
            <a:r>
              <a:t>Implemented fee recording, receipts, and balance views.</a:t>
            </a:r>
          </a:p>
          <a:p>
            <a:r>
              <a:t>Integrated payment flow and invoice generation.</a:t>
            </a:r>
          </a:p>
          <a:p>
            <a:r>
              <a:t>Tested flows, fixed bugs, and optimized UX.</a:t>
            </a:r>
          </a:p>
        </p:txBody>
      </p:sp>
    </p:spTree>
    <p:extLst>
      <p:ext uri="{BB962C8B-B14F-4D97-AF65-F5344CB8AC3E}">
        <p14:creationId xmlns:p14="http://schemas.microsoft.com/office/powerpoint/2010/main" val="308622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CB03-BBC4-7EB2-383C-989FFD70A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Learnings from the Project/Internship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57A6F-7963-7F3E-159C-C2D4D9D24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Learned to design REST APIs and align them with frontend flows.</a:t>
            </a:r>
          </a:p>
          <a:p>
            <a:r>
              <a:t>Practiced schema design and data integrity in SQLite.</a:t>
            </a:r>
          </a:p>
          <a:p>
            <a:r>
              <a:t>Implemented file uploads and invoice generation.</a:t>
            </a:r>
          </a:p>
          <a:p>
            <a:r>
              <a:t>Handled session expiry and role-based access control.</a:t>
            </a:r>
          </a:p>
          <a:p>
            <a:r>
              <a:t>Gained experience integrating payments and receipts.</a:t>
            </a:r>
          </a:p>
          <a:p>
            <a:r>
              <a:t>Improved debugging and QA across UI and API.</a:t>
            </a:r>
          </a:p>
          <a:p>
            <a:r>
              <a:t>Deployed a full-stack app on Cloudflare Pages.</a:t>
            </a:r>
          </a:p>
        </p:txBody>
      </p:sp>
    </p:spTree>
    <p:extLst>
      <p:ext uri="{BB962C8B-B14F-4D97-AF65-F5344CB8AC3E}">
        <p14:creationId xmlns:p14="http://schemas.microsoft.com/office/powerpoint/2010/main" val="412655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8ECE-A681-16B0-67D9-2B68D2BB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75155"/>
            <a:ext cx="8520600" cy="763500"/>
          </a:xfrm>
        </p:spPr>
        <p:txBody>
          <a:bodyPr/>
          <a:lstStyle/>
          <a:p>
            <a:r>
              <a:rPr lang="en-IN" sz="4000" dirty="0"/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1A711FC-3B0F-6EEE-2D97-1641C37BC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447800"/>
            <a:ext cx="807085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Training institutes often rely on Excel for attendance and fee tracking, which is error-prone and hard to audit.</a:t>
            </a:r>
          </a:p>
          <a:p>
            <a:r>
              <a:t>Staff need a fast way to record attendance, generate receipts, and track balances.</a:t>
            </a:r>
          </a:p>
          <a:p>
            <a:r>
              <a:t>Students need transparent access to their own attendance and fee status.</a:t>
            </a:r>
          </a:p>
          <a:p>
            <a:r>
              <a:t>A lightweight, role-based web app is needed to centralize data and improve efficiency.</a:t>
            </a:r>
          </a:p>
        </p:txBody>
      </p:sp>
    </p:spTree>
    <p:extLst>
      <p:ext uri="{BB962C8B-B14F-4D97-AF65-F5344CB8AC3E}">
        <p14:creationId xmlns:p14="http://schemas.microsoft.com/office/powerpoint/2010/main" val="3582240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22ED-A6CD-7BCC-3137-8CADEB72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Literature Review / Background Study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4AE3F0-4FE5-DCE4-717C-92A64E24D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910861"/>
            <a:ext cx="8763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Local-first web apps with a single SQLite database can simplify small-institute workflows.</a:t>
            </a:r>
          </a:p>
          <a:p>
            <a:r>
              <a:t>FastAPI enables quick development of clean REST endpoints for internal tools.</a:t>
            </a:r>
          </a:p>
          <a:p>
            <a:r>
              <a:t>Role-based access control improves privacy for student data.</a:t>
            </a:r>
          </a:p>
          <a:p>
            <a:r>
              <a:t>Lightweight HTML/CSS/JS frontends can deliver responsive dashboards without heavy frameworks.</a:t>
            </a:r>
          </a:p>
          <a:p>
            <a:r>
              <a:t>Cloudflare Pages Functions and D1 provide a low-cost deployment path.</a:t>
            </a:r>
          </a:p>
        </p:txBody>
      </p:sp>
    </p:spTree>
    <p:extLst>
      <p:ext uri="{BB962C8B-B14F-4D97-AF65-F5344CB8AC3E}">
        <p14:creationId xmlns:p14="http://schemas.microsoft.com/office/powerpoint/2010/main" val="4282362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4037-148A-4E7A-BF4D-151DFF25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Objectives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3C2A69-009A-EBCE-24A5-8987198587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1" y="1267381"/>
            <a:ext cx="8679900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Build a student management portal tailored for aviation training institutes.</a:t>
            </a:r>
          </a:p>
          <a:p>
            <a:r>
              <a:t>Provide role-based dashboards for staff and students.</a:t>
            </a:r>
          </a:p>
          <a:p>
            <a:r>
              <a:t>Enable daily attendance recording and date-wise views.</a:t>
            </a:r>
          </a:p>
          <a:p>
            <a:r>
              <a:t>Support fee recording, receipt uploads, and balance tracking.</a:t>
            </a:r>
          </a:p>
          <a:p>
            <a:r>
              <a:t>Sync attendance with existing Excel workflows.</a:t>
            </a:r>
          </a:p>
          <a:p>
            <a:r>
              <a:t>Deploy the app for easy access and maintenance.</a:t>
            </a:r>
          </a:p>
        </p:txBody>
      </p:sp>
    </p:spTree>
    <p:extLst>
      <p:ext uri="{BB962C8B-B14F-4D97-AF65-F5344CB8AC3E}">
        <p14:creationId xmlns:p14="http://schemas.microsoft.com/office/powerpoint/2010/main" val="333068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DB30-1900-0498-669C-B41FA3CC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Methodology / Approach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BBA6CB-3A30-7929-D023-C3739EA29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828800"/>
            <a:ext cx="89154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Requirement analysis and workflow mapping from existing Excel processes.</a:t>
            </a:r>
          </a:p>
          <a:p>
            <a:r>
              <a:t>System design for entities: students, attendance, fees, receipts, payments.</a:t>
            </a:r>
          </a:p>
          <a:p>
            <a:r>
              <a:t>Backend development with FastAPI endpoints and SQLite schema.</a:t>
            </a:r>
          </a:p>
          <a:p>
            <a:r>
              <a:t>Frontend UI with responsive HTML/CSS/JS dashboards.</a:t>
            </a:r>
          </a:p>
          <a:p>
            <a:r>
              <a:t>Integration of Excel sync and payment flow.</a:t>
            </a:r>
          </a:p>
          <a:p>
            <a:r>
              <a:t>Testing, debugging, and iterative UX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67944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2F70-FF5D-F59E-46DC-D547DF65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Technical 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3DCB8-D55B-162D-0555-E7B6D681E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FastAPI backend with REST endpoints for students, attendance, and fees.</a:t>
            </a:r>
          </a:p>
          <a:p>
            <a:r>
              <a:t>SQLite database for local-first storage.</a:t>
            </a:r>
          </a:p>
          <a:p>
            <a:r>
              <a:t>Attendance sync read/write with attendance_master.xlsm.</a:t>
            </a:r>
          </a:p>
          <a:p>
            <a:r>
              <a:t>Receipt upload handling and invoice PDF generation.</a:t>
            </a:r>
          </a:p>
          <a:p>
            <a:r>
              <a:t>Razorpay payment flow for student payments.</a:t>
            </a:r>
          </a:p>
          <a:p>
            <a:r>
              <a:t>Cloudflare Pages Functions + D1 for deployment.</a:t>
            </a:r>
          </a:p>
        </p:txBody>
      </p:sp>
    </p:spTree>
    <p:extLst>
      <p:ext uri="{BB962C8B-B14F-4D97-AF65-F5344CB8AC3E}">
        <p14:creationId xmlns:p14="http://schemas.microsoft.com/office/powerpoint/2010/main" val="374860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ED5A-44F9-26E4-C364-AED4F732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Testing &amp; Validation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1EE4456-BC01-23A4-1EFF-706C45227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905000"/>
            <a:ext cx="79946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Manual testing of attendance and fee workflows.</a:t>
            </a:r>
          </a:p>
          <a:p>
            <a:r>
              <a:t>Validated session expiry behavior and role-based access.</a:t>
            </a:r>
          </a:p>
          <a:p>
            <a:r>
              <a:t>Tested Excel sync accuracy and date formats.</a:t>
            </a:r>
          </a:p>
          <a:p>
            <a:r>
              <a:t>Checked receipt uploads and invoice downloads.</a:t>
            </a:r>
          </a:p>
          <a:p>
            <a:r>
              <a:t>Verified payment flow and gateway status.</a:t>
            </a:r>
          </a:p>
          <a:p>
            <a:r>
              <a:t>Ran backend tests with pytest.</a:t>
            </a:r>
          </a:p>
        </p:txBody>
      </p:sp>
    </p:spTree>
    <p:extLst>
      <p:ext uri="{BB962C8B-B14F-4D97-AF65-F5344CB8AC3E}">
        <p14:creationId xmlns:p14="http://schemas.microsoft.com/office/powerpoint/2010/main" val="4120157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E0E2-ABBF-939D-07CA-91136998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Results &amp; Performance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BA757D-4B52-0BD6-AEC6-4ECCEFC00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8276" y="2199411"/>
            <a:ext cx="85206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Staff can record attendance and fees quickly from the dashboard.</a:t>
            </a:r>
          </a:p>
          <a:p>
            <a:r>
              <a:t>Students can view their own attendance and balances.</a:t>
            </a:r>
          </a:p>
          <a:p>
            <a:r>
              <a:t>Excel sync keeps legacy workflows intact.</a:t>
            </a:r>
          </a:p>
          <a:p>
            <a:r>
              <a:t>Receipts and invoices are available for auditing.</a:t>
            </a:r>
          </a:p>
          <a:p>
            <a:r>
              <a:t>The system performs reliably for small-institute usage.</a:t>
            </a:r>
          </a:p>
        </p:txBody>
      </p:sp>
    </p:spTree>
    <p:extLst>
      <p:ext uri="{BB962C8B-B14F-4D97-AF65-F5344CB8AC3E}">
        <p14:creationId xmlns:p14="http://schemas.microsoft.com/office/powerpoint/2010/main" val="292896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EBD6-6340-0E9E-527E-7B2FFD15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Challenges Faced &amp; Solutions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371ECC-4CF4-0F40-D689-DCDFEBE3F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720840"/>
            <a:ext cx="8839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Challenge: Keeping Excel sync consistent with database entries.</a:t>
            </a:r>
          </a:p>
          <a:p>
            <a:r>
              <a:t>Solution: Defined a strict date format and two-way sync flow.</a:t>
            </a:r>
          </a:p>
          <a:p>
            <a:r>
              <a:t>Challenge: Handling file uploads and invoice generation.</a:t>
            </a:r>
          </a:p>
          <a:p>
            <a:r>
              <a:t>Solution: Stored receipt files and generated PDFs per fee entry.</a:t>
            </a:r>
          </a:p>
          <a:p>
            <a:r>
              <a:t>Challenge: Secure access per student.</a:t>
            </a:r>
          </a:p>
          <a:p>
            <a:r>
              <a:t>Solution: Implemented role-based session checks.</a:t>
            </a:r>
          </a:p>
          <a:p>
            <a:r>
              <a:t>Challenge: Payment integration complexity.</a:t>
            </a:r>
          </a:p>
          <a:p>
            <a:r>
              <a:t>Solution: Implemented Razorpay order and verification endpoints.</a:t>
            </a:r>
          </a:p>
        </p:txBody>
      </p:sp>
    </p:spTree>
    <p:extLst>
      <p:ext uri="{BB962C8B-B14F-4D97-AF65-F5344CB8AC3E}">
        <p14:creationId xmlns:p14="http://schemas.microsoft.com/office/powerpoint/2010/main" val="5129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D8A6-FC94-BBDE-ECD5-6A37A8AF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9600"/>
            <a:ext cx="8520600" cy="763500"/>
          </a:xfrm>
        </p:spPr>
        <p:txBody>
          <a:bodyPr/>
          <a:lstStyle/>
          <a:p>
            <a:r>
              <a:rPr lang="en-IN" sz="4000" dirty="0"/>
              <a:t>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63C28-E86D-7C60-2B0D-3556574AF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buNone/>
            </a:pPr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26DF88B-88F6-BDA4-1082-D008FED8601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" y="1425642"/>
            <a:ext cx="8520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Reduced manual effort in attendance and fee management.</a:t>
            </a:r>
          </a:p>
          <a:p>
            <a:r>
              <a:t>Improved transparency for students and staff.</a:t>
            </a:r>
          </a:p>
          <a:p>
            <a:r>
              <a:t>Centralized data for faster reporting and audits.</a:t>
            </a:r>
          </a:p>
          <a:p>
            <a:r>
              <a:t>Enabled low-cost deployment for small institutes.</a:t>
            </a:r>
          </a:p>
        </p:txBody>
      </p:sp>
    </p:spTree>
    <p:extLst>
      <p:ext uri="{BB962C8B-B14F-4D97-AF65-F5344CB8AC3E}">
        <p14:creationId xmlns:p14="http://schemas.microsoft.com/office/powerpoint/2010/main" val="1984129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3C94-2C7D-F655-DDA4-B63F3AAF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39F91-7BDE-3BFD-2960-BA5E99383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 stronger authentication with hashed passwords.</a:t>
            </a:r>
          </a:p>
          <a:p>
            <a:r>
              <a:t>Move to persistent sessions or JWT.</a:t>
            </a:r>
          </a:p>
          <a:p>
            <a:r>
              <a:t>Tighten CORS and HTTPS enforcement for production.</a:t>
            </a:r>
          </a:p>
          <a:p>
            <a:r>
              <a:t>Add reporting and analytics dashboards.</a:t>
            </a:r>
          </a:p>
          <a:p>
            <a:r>
              <a:t>Expand to mobile-friendly workflows.</a:t>
            </a:r>
          </a:p>
        </p:txBody>
      </p:sp>
    </p:spTree>
    <p:extLst>
      <p:ext uri="{BB962C8B-B14F-4D97-AF65-F5344CB8AC3E}">
        <p14:creationId xmlns:p14="http://schemas.microsoft.com/office/powerpoint/2010/main" val="128421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B893-BE09-8123-A2F4-D33E742E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971800"/>
            <a:ext cx="1898100" cy="7635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392558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8203</TotalTime>
  <Words>912</Words>
  <Application>Microsoft Office PowerPoint</Application>
  <PresentationFormat>On-screen Show (4:3)</PresentationFormat>
  <Paragraphs>105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</vt:lpstr>
      <vt:lpstr>Arial</vt:lpstr>
      <vt:lpstr>Archivo Narrow</vt:lpstr>
      <vt:lpstr>Georgia</vt:lpstr>
      <vt:lpstr>Simple Light</vt:lpstr>
      <vt:lpstr>PowerPoint Presentation</vt:lpstr>
      <vt:lpstr>About the Company</vt:lpstr>
      <vt:lpstr>About the Project</vt:lpstr>
      <vt:lpstr>Project Progress</vt:lpstr>
      <vt:lpstr>Learnings from the Project/Internship</vt:lpstr>
      <vt:lpstr>Problem Statement</vt:lpstr>
      <vt:lpstr>Literature Review / Background Study</vt:lpstr>
      <vt:lpstr>Objectives </vt:lpstr>
      <vt:lpstr>Methodology / Approach</vt:lpstr>
      <vt:lpstr>Technical Implementation </vt:lpstr>
      <vt:lpstr>Testing &amp; Validation</vt:lpstr>
      <vt:lpstr>Results &amp; Performance Analysis</vt:lpstr>
      <vt:lpstr>Challenges Faced &amp; Solutions</vt:lpstr>
      <vt:lpstr>Business Impact</vt:lpstr>
      <vt:lpstr>Future Enhancements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  Introduction and Overview</dc:title>
  <dc:creator>91875</dc:creator>
  <cp:lastModifiedBy>Krishna Presannakumar</cp:lastModifiedBy>
  <cp:revision>930</cp:revision>
  <dcterms:modified xsi:type="dcterms:W3CDTF">2026-03-17T09:48:48Z</dcterms:modified>
</cp:coreProperties>
</file>